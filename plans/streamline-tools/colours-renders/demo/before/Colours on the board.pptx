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5E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" y="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Is Isla correct?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907016" y="0"/>
            <a:ext cx="2263648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0" y="0"/>
            <a:ext cx="4517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Use the word bank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01168" y="548640"/>
            <a:ext cx="11789359" cy="1176618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621792"/>
            <a:ext cx="11643055" cy="103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Isla says 347 rounds to 300 to the nearest hundred.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201168" y="1816698"/>
            <a:ext cx="11789359" cy="840441"/>
          </a:xfrm>
          <a:prstGeom prst="roundRect">
            <a:avLst>
              <a:gd name="adj" fmla="val 8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889850"/>
            <a:ext cx="11643055" cy="69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Is Isla correct?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201168" y="2748579"/>
            <a:ext cx="11789359" cy="840441"/>
          </a:xfrm>
          <a:prstGeom prst="roundRect">
            <a:avLst>
              <a:gd name="adj" fmla="val 8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4320" y="2821731"/>
            <a:ext cx="11643055" cy="69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Explain your answer using the number line.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201168" y="3680460"/>
            <a:ext cx="11789359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74320" y="3753612"/>
            <a:ext cx="11643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Use the word bank to help you.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10896" y="4869180"/>
            <a:ext cx="115699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46C0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Word bank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49198" y="5327820"/>
            <a:ext cx="1906778" cy="1001346"/>
          </a:xfrm>
          <a:prstGeom prst="roundRect">
            <a:avLst>
              <a:gd name="adj" fmla="val 5479"/>
            </a:avLst>
          </a:prstGeom>
          <a:solidFill>
            <a:srgbClr val="FFF2CC"/>
          </a:solidFill>
          <a:ln w="15875">
            <a:solidFill>
              <a:srgbClr val="E46C0A"/>
            </a:solidFill>
            <a:prstDash val="solid"/>
          </a:ln>
        </p:spPr>
        <p:txBody>
          <a:bodyPr/>
          <a:p/>
        </p:txBody>
      </p:sp>
      <p:sp>
        <p:nvSpPr>
          <p:cNvPr id="15" name="GROWFIT__chip-labels-220-5205-12893-1838__54__chip-round"/>
          <p:cNvSpPr/>
          <p:nvPr/>
        </p:nvSpPr>
        <p:spPr>
          <a:xfrm>
            <a:off x="1149198" y="5327820"/>
            <a:ext cx="1906778" cy="100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round</a:t>
            </a:r>
            <a:endParaRPr lang="en-US" sz="5200" dirty="0"/>
          </a:p>
        </p:txBody>
      </p:sp>
      <p:sp>
        <p:nvSpPr>
          <p:cNvPr id="16" name="Shape 14"/>
          <p:cNvSpPr/>
          <p:nvPr/>
        </p:nvSpPr>
        <p:spPr>
          <a:xfrm>
            <a:off x="3165704" y="5327820"/>
            <a:ext cx="2552446" cy="1001346"/>
          </a:xfrm>
          <a:prstGeom prst="roundRect">
            <a:avLst>
              <a:gd name="adj" fmla="val 5479"/>
            </a:avLst>
          </a:prstGeom>
          <a:solidFill>
            <a:srgbClr val="FFF2CC"/>
          </a:solidFill>
          <a:ln w="15875">
            <a:solidFill>
              <a:srgbClr val="E46C0A"/>
            </a:solidFill>
            <a:prstDash val="solid"/>
          </a:ln>
        </p:spPr>
        <p:txBody>
          <a:bodyPr/>
          <a:p/>
        </p:txBody>
      </p:sp>
      <p:sp>
        <p:nvSpPr>
          <p:cNvPr id="17" name="GROWFIT__chip-labels-220-5205-12893-1838__54__chip-nearest"/>
          <p:cNvSpPr/>
          <p:nvPr/>
        </p:nvSpPr>
        <p:spPr>
          <a:xfrm>
            <a:off x="3165704" y="5327820"/>
            <a:ext cx="2552446" cy="100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nearest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5827878" y="5327820"/>
            <a:ext cx="2552446" cy="1001346"/>
          </a:xfrm>
          <a:prstGeom prst="roundRect">
            <a:avLst>
              <a:gd name="adj" fmla="val 5479"/>
            </a:avLst>
          </a:prstGeom>
          <a:solidFill>
            <a:srgbClr val="FFF2CC"/>
          </a:solidFill>
          <a:ln w="15875">
            <a:solidFill>
              <a:srgbClr val="E46C0A"/>
            </a:solidFill>
            <a:prstDash val="solid"/>
          </a:ln>
        </p:spPr>
        <p:txBody>
          <a:bodyPr/>
          <a:p/>
        </p:txBody>
      </p:sp>
      <p:sp>
        <p:nvSpPr>
          <p:cNvPr id="19" name="GROWFIT__chip-labels-220-5205-12893-1838__54__chip-halfway"/>
          <p:cNvSpPr/>
          <p:nvPr/>
        </p:nvSpPr>
        <p:spPr>
          <a:xfrm>
            <a:off x="5827878" y="5327820"/>
            <a:ext cx="2552446" cy="100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halfway</a:t>
            </a:r>
            <a:endParaRPr lang="en-US" sz="5200" dirty="0"/>
          </a:p>
        </p:txBody>
      </p:sp>
      <p:sp>
        <p:nvSpPr>
          <p:cNvPr id="20" name="Shape 18"/>
          <p:cNvSpPr/>
          <p:nvPr/>
        </p:nvSpPr>
        <p:spPr>
          <a:xfrm>
            <a:off x="8490052" y="5327820"/>
            <a:ext cx="2552446" cy="1001346"/>
          </a:xfrm>
          <a:prstGeom prst="roundRect">
            <a:avLst>
              <a:gd name="adj" fmla="val 5479"/>
            </a:avLst>
          </a:prstGeom>
          <a:solidFill>
            <a:srgbClr val="FFF2CC"/>
          </a:solidFill>
          <a:ln w="15875">
            <a:solidFill>
              <a:srgbClr val="E46C0A"/>
            </a:solidFill>
            <a:prstDash val="solid"/>
          </a:ln>
        </p:spPr>
        <p:txBody>
          <a:bodyPr/>
          <a:p/>
        </p:txBody>
      </p:sp>
      <p:sp>
        <p:nvSpPr>
          <p:cNvPr id="21" name="GROWFIT__chip-labels-220-5205-12893-1838__54__chip-because"/>
          <p:cNvSpPr/>
          <p:nvPr/>
        </p:nvSpPr>
        <p:spPr>
          <a:xfrm>
            <a:off x="8490052" y="5327820"/>
            <a:ext cx="2552446" cy="100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because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5E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" y="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My Turn: add 29 by adjusting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1168" y="548640"/>
            <a:ext cx="5803240" cy="6080760"/>
          </a:xfrm>
          <a:prstGeom prst="roundRect">
            <a:avLst>
              <a:gd name="adj" fmla="val 1261"/>
            </a:avLst>
          </a:prstGeom>
          <a:solidFill>
            <a:srgbClr val="E8F6EE"/>
          </a:solidFill>
          <a:ln w="19050">
            <a:solidFill>
              <a:srgbClr val="00B05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29184" y="676656"/>
            <a:ext cx="554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B05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Adjusting strategy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9184" y="1280160"/>
            <a:ext cx="1886051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First, add: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8387" y="1280160"/>
            <a:ext cx="3218688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63 + 30 = 93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9184" y="3890772"/>
            <a:ext cx="1886051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Then, adjust: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8387" y="3890772"/>
            <a:ext cx="2950464" cy="26106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93 - 1 = 92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187288" y="548640"/>
            <a:ext cx="580324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60440" y="621792"/>
            <a:ext cx="565693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Adding 30 is easy. Then take away the 1 we added too many.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187288" y="2231136"/>
            <a:ext cx="5803240" cy="652272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60440" y="2304288"/>
            <a:ext cx="5656936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Write one reason.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5E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" y="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Sam's 10 more: which digit changed?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1168" y="947471"/>
            <a:ext cx="11789359" cy="2741066"/>
          </a:xfrm>
          <a:prstGeom prst="roundRect">
            <a:avLst>
              <a:gd name="adj" fmla="val 26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148639"/>
            <a:ext cx="11387023" cy="23387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84655" y="5148072"/>
            <a:ext cx="10351008" cy="703072"/>
          </a:xfrm>
          <a:prstGeom prst="roundRect">
            <a:avLst>
              <a:gd name="adj" fmla="val 10405"/>
            </a:avLst>
          </a:prstGeom>
          <a:solidFill>
            <a:srgbClr val="D5F5E3"/>
          </a:solidFill>
          <a:ln w="31750">
            <a:solidFill>
              <a:srgbClr val="00B05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730959" y="5239512"/>
            <a:ext cx="10058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Sam changed the hundreds digit, not the tens.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 flipV="1">
            <a:off x="7497403" y="4325112"/>
            <a:ext cx="914" cy="822960"/>
          </a:xfrm>
          <a:prstGeom prst="line">
            <a:avLst/>
          </a:prstGeom>
          <a:noFill/>
          <a:ln w="50800">
            <a:solidFill>
              <a:srgbClr val="00B050"/>
            </a:solidFill>
            <a:prstDash val="solid"/>
            <a:tailEnd type="triangle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5E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" y="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Which way do we round?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1168" y="548640"/>
            <a:ext cx="11789359" cy="6080760"/>
          </a:xfrm>
          <a:prstGeom prst="roundRect">
            <a:avLst>
              <a:gd name="adj" fmla="val 12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20624" y="768096"/>
            <a:ext cx="5675224" cy="45720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5" name="GROWFIT__table-text-340-720-12653-6410__40__MIN20__table-header-0"/>
          <p:cNvSpPr/>
          <p:nvPr/>
        </p:nvSpPr>
        <p:spPr>
          <a:xfrm>
            <a:off x="420624" y="768096"/>
            <a:ext cx="567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If the tens digit is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095848" y="768096"/>
            <a:ext cx="5675224" cy="45720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7" name="GROWFIT__table-text-340-720-12653-6410__40__MIN20__table-header-1"/>
          <p:cNvSpPr/>
          <p:nvPr/>
        </p:nvSpPr>
        <p:spPr>
          <a:xfrm>
            <a:off x="6095848" y="768096"/>
            <a:ext cx="567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 round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420624" y="1225296"/>
            <a:ext cx="5675224" cy="2592324"/>
          </a:xfrm>
          <a:prstGeom prst="rect">
            <a:avLst/>
          </a:prstGeom>
          <a:solidFill>
            <a:srgbClr val="FFE0C2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" name="GROWFIT__table-text-340-720-12653-6410__54__MIN20__table-cell-0-0"/>
          <p:cNvSpPr/>
          <p:nvPr/>
        </p:nvSpPr>
        <p:spPr>
          <a:xfrm>
            <a:off x="420624" y="1225296"/>
            <a:ext cx="5675224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0, 1, 2, 3 or 4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095848" y="1225296"/>
            <a:ext cx="5675224" cy="2592324"/>
          </a:xfrm>
          <a:prstGeom prst="rect">
            <a:avLst/>
          </a:prstGeom>
          <a:solidFill>
            <a:srgbClr val="FFE0C2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" name="GROWFIT__table-text-340-720-12653-6410__54__MIN20__table-cell-0-1"/>
          <p:cNvSpPr/>
          <p:nvPr/>
        </p:nvSpPr>
        <p:spPr>
          <a:xfrm>
            <a:off x="6095848" y="1225296"/>
            <a:ext cx="5675224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down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420624" y="3817620"/>
            <a:ext cx="5675224" cy="2592324"/>
          </a:xfrm>
          <a:prstGeom prst="rect">
            <a:avLst/>
          </a:prstGeom>
          <a:solidFill>
            <a:srgbClr val="FFF8C2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" name="GROWFIT__table-text-340-720-12653-6410__54__MIN20__table-cell-1-0"/>
          <p:cNvSpPr/>
          <p:nvPr/>
        </p:nvSpPr>
        <p:spPr>
          <a:xfrm>
            <a:off x="420624" y="3817620"/>
            <a:ext cx="5675224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5, 6, 7, 8 or 9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095848" y="3817620"/>
            <a:ext cx="5675224" cy="2592324"/>
          </a:xfrm>
          <a:prstGeom prst="rect">
            <a:avLst/>
          </a:prstGeom>
          <a:solidFill>
            <a:srgbClr val="FFF8C2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5" name="GROWFIT__table-text-340-720-12653-6410__54__MIN20__table-cell-1-1"/>
          <p:cNvSpPr/>
          <p:nvPr/>
        </p:nvSpPr>
        <p:spPr>
          <a:xfrm>
            <a:off x="6095848" y="3817620"/>
            <a:ext cx="5675224" cy="2592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up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5E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" y="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Why does 347 round to 300?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48" y="548640"/>
            <a:ext cx="0" cy="60807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01168" y="3589020"/>
            <a:ext cx="11789359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01168" y="548640"/>
            <a:ext cx="5812384" cy="2958084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GROWFIT__size-cells__36__size-group"/>
          <p:cNvSpPr/>
          <p:nvPr/>
        </p:nvSpPr>
        <p:spPr>
          <a:xfrm>
            <a:off x="274320" y="621792"/>
            <a:ext cx="5666080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347 is between 300 and 400.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178144" y="548640"/>
            <a:ext cx="5812384" cy="2958084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GROWFIT__size-cells__36__size-group"/>
          <p:cNvSpPr/>
          <p:nvPr/>
        </p:nvSpPr>
        <p:spPr>
          <a:xfrm>
            <a:off x="6251296" y="621792"/>
            <a:ext cx="5666080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Halfway is 350.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01168" y="3671316"/>
            <a:ext cx="5812384" cy="2958084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GROWFIT__size-cells__36__size-group"/>
          <p:cNvSpPr/>
          <p:nvPr/>
        </p:nvSpPr>
        <p:spPr>
          <a:xfrm>
            <a:off x="274320" y="3744468"/>
            <a:ext cx="5666080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347 is before halfway.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178144" y="3671316"/>
            <a:ext cx="5812384" cy="2958084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12" name="Image 0" descr="C:\Users\Daniel\Projects\lessonv4-colours\plugins\lesson-v4\builder\assets\signals\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1296" y="4967478"/>
            <a:ext cx="316333" cy="365760"/>
          </a:xfrm>
          <a:prstGeom prst="rect">
            <a:avLst/>
          </a:prstGeom>
        </p:spPr>
      </p:pic>
      <p:sp>
        <p:nvSpPr>
          <p:cNvPr id="13" name="GROWFIT__size-cells__36__size-group"/>
          <p:cNvSpPr/>
          <p:nvPr/>
        </p:nvSpPr>
        <p:spPr>
          <a:xfrm>
            <a:off x="6659069" y="3744468"/>
            <a:ext cx="5258307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030A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 number before halfway rounds down.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5E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" y="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My Turn: round 346 to the nearest 10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1168" y="548640"/>
            <a:ext cx="11789359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621792"/>
            <a:ext cx="11643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Round 346 to the nearest 10.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01168" y="1627632"/>
            <a:ext cx="11789359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700784"/>
            <a:ext cx="11643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346 is between 340 and 350.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201168" y="2706624"/>
            <a:ext cx="11789359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2779776"/>
            <a:ext cx="11643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Halfway is 345.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201168" y="3785616"/>
            <a:ext cx="11789359" cy="1451610"/>
          </a:xfrm>
          <a:prstGeom prst="roundRect">
            <a:avLst>
              <a:gd name="adj" fmla="val 50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4320" y="3858768"/>
            <a:ext cx="11643055" cy="1305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346 is after halfway, so it rounds up to 350.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5E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" y="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800" b="1" u="sng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How Sam rounded 346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24532" y="685800"/>
            <a:ext cx="7251192" cy="1027557"/>
          </a:xfrm>
          <a:prstGeom prst="roundRect">
            <a:avLst>
              <a:gd name="adj" fmla="val 71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534260" y="948119"/>
            <a:ext cx="502920" cy="50292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  <p:txBody>
          <a:bodyPr/>
          <a:p/>
        </p:txBody>
      </p:sp>
      <p:sp>
        <p:nvSpPr>
          <p:cNvPr id="5" name="NOFIT_step-badge"/>
          <p:cNvSpPr/>
          <p:nvPr/>
        </p:nvSpPr>
        <p:spPr>
          <a:xfrm>
            <a:off x="2534260" y="9481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GROWFIT__step-text-220-600-12893-4031__36__MIN18__step-text-0"/>
          <p:cNvSpPr/>
          <p:nvPr/>
        </p:nvSpPr>
        <p:spPr>
          <a:xfrm>
            <a:off x="3128620" y="685800"/>
            <a:ext cx="6437376" cy="10275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Look at the ones digit: 6.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2424532" y="1823085"/>
            <a:ext cx="7251192" cy="1027557"/>
          </a:xfrm>
          <a:prstGeom prst="roundRect">
            <a:avLst>
              <a:gd name="adj" fmla="val 71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534260" y="2085404"/>
            <a:ext cx="502920" cy="50292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  <p:txBody>
          <a:bodyPr/>
          <a:p/>
        </p:txBody>
      </p:sp>
      <p:sp>
        <p:nvSpPr>
          <p:cNvPr id="9" name="NOFIT_step-badge"/>
          <p:cNvSpPr/>
          <p:nvPr/>
        </p:nvSpPr>
        <p:spPr>
          <a:xfrm>
            <a:off x="2534260" y="20854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GROWFIT__step-text-220-600-12893-4031__36__MIN18__step-text-1"/>
          <p:cNvSpPr/>
          <p:nvPr/>
        </p:nvSpPr>
        <p:spPr>
          <a:xfrm>
            <a:off x="3128620" y="1823085"/>
            <a:ext cx="6437376" cy="10275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6 is 5 or more, so round up.</a:t>
            </a:r>
            <a:endParaRPr lang="en-US" sz="3500" dirty="0"/>
          </a:p>
        </p:txBody>
      </p:sp>
      <p:sp>
        <p:nvSpPr>
          <p:cNvPr id="11" name="Shape 9"/>
          <p:cNvSpPr/>
          <p:nvPr/>
        </p:nvSpPr>
        <p:spPr>
          <a:xfrm>
            <a:off x="2424532" y="2960370"/>
            <a:ext cx="7251192" cy="1027557"/>
          </a:xfrm>
          <a:prstGeom prst="roundRect">
            <a:avLst>
              <a:gd name="adj" fmla="val 71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534260" y="3222689"/>
            <a:ext cx="502920" cy="50292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  <p:txBody>
          <a:bodyPr/>
          <a:p/>
        </p:txBody>
      </p:sp>
      <p:sp>
        <p:nvSpPr>
          <p:cNvPr id="13" name="NOFIT_step-badge"/>
          <p:cNvSpPr/>
          <p:nvPr/>
        </p:nvSpPr>
        <p:spPr>
          <a:xfrm>
            <a:off x="2534260" y="322268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GROWFIT__step-text-220-600-12893-4031__36__MIN18__step-text-2"/>
          <p:cNvSpPr/>
          <p:nvPr/>
        </p:nvSpPr>
        <p:spPr>
          <a:xfrm>
            <a:off x="3128620" y="2960370"/>
            <a:ext cx="6437376" cy="10275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346 rounds to 350.</a:t>
            </a:r>
            <a:endParaRPr lang="en-US" sz="3500" dirty="0"/>
          </a:p>
        </p:txBody>
      </p:sp>
      <p:sp>
        <p:nvSpPr>
          <p:cNvPr id="15" name="Shape 13"/>
          <p:cNvSpPr/>
          <p:nvPr/>
        </p:nvSpPr>
        <p:spPr>
          <a:xfrm>
            <a:off x="201168" y="4326255"/>
            <a:ext cx="11789359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74320" y="4399407"/>
            <a:ext cx="11643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70C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Is Sam right?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201168" y="5405247"/>
            <a:ext cx="11789359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74320" y="5478399"/>
            <a:ext cx="11643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Explain how you know.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Colours on the board</dc:title>
  <dc:subject>To round a number to the nearest 100</dc:subject>
  <dc:creator>PptxGenJS</dc:creator>
  <cp:lastModifiedBy>PptxGenJS</cp:lastModifiedBy>
  <cp:revision>1</cp:revision>
  <dcterms:created xsi:type="dcterms:W3CDTF">2026-09-25T21:16:49Z</dcterms:created>
  <dcterms:modified xsi:type="dcterms:W3CDTF">2026-09-25T21:16:49Z</dcterms:modified>
</cp:coreProperties>
</file>